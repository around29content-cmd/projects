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Open Sans"/>
      <p:regular r:id="rId17"/>
      <p:bold r:id="rId16"/>
      <p:italic r:id="rId19"/>
    </p:embeddedFont>
    <p:embeddedFont>
      <p:font typeface="Open Sans Semi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049250" y="-2762250"/>
            <a:ext cx="8191500" cy="8191500"/>
          </a:xfrm>
          <a:prstGeom prst="ellipse">
            <a:avLst/>
          </a:prstGeom>
          <a:solidFill>
            <a:srgbClr val="1B1B1C"/>
          </a:solidFill>
          <a:ln/>
        </p:spPr>
      </p:sp>
      <p:sp>
        <p:nvSpPr>
          <p:cNvPr id="3" name="Shape 1"/>
          <p:cNvSpPr/>
          <p:nvPr/>
        </p:nvSpPr>
        <p:spPr>
          <a:xfrm>
            <a:off x="13335000" y="6572250"/>
            <a:ext cx="4572000" cy="4572000"/>
          </a:xfrm>
          <a:prstGeom prst="ellipse">
            <a:avLst/>
          </a:prstGeom>
          <a:solidFill>
            <a:srgbClr val="FFA737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333500"/>
            <a:ext cx="1238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</a:t>
            </a:r>
            <a:r>
              <a:rPr lang="en-US" sz="1800" b="1" spc="451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1800" b="1" spc="450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AMERICAN</a:t>
            </a:r>
            <a:r>
              <a:rPr lang="en-US" sz="1800" b="1" spc="451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TREE AND</a:t>
            </a:r>
            <a:r>
              <a:rPr lang="en-US" sz="1800" b="1" spc="450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EXCAVATION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381250"/>
            <a:ext cx="12192000" cy="2857500"/>
          </a:xfrm>
          <a:prstGeom prst="rect">
            <a:avLst/>
          </a:prstGeom>
          <a:noFill/>
          <a:ln/>
        </p:spPr>
        <p:txBody>
          <a:bodyPr wrap="square" lIns="0" tIns="75056" rIns="0" bIns="-75056" rtlCol="0" anchor="t"/>
          <a:lstStyle/>
          <a:p>
            <a:pPr algn="l" indent="0" marL="0">
              <a:lnSpc>
                <a:spcPts val="6765"/>
              </a:lnSpc>
              <a:buNone/>
            </a:pPr>
            <a:r>
              <a:rPr lang="en-US" sz="6150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r>
              <a:rPr lang="en-US" sz="6150" b="1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first</a:t>
            </a:r>
            <a:r>
              <a:rPr lang="en-US" sz="6150" b="1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 when</a:t>
            </a:r>
            <a:r>
              <a:rPr lang="en-US" sz="615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615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tree</a:t>
            </a:r>
            <a:r>
              <a:rPr lang="en-US" sz="6150" b="1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comes</a:t>
            </a:r>
            <a:r>
              <a:rPr lang="en-US" sz="6150" b="1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down</a:t>
            </a:r>
            <a:endParaRPr lang="en-US" sz="6150" dirty="0"/>
          </a:p>
        </p:txBody>
      </p:sp>
      <p:sp>
        <p:nvSpPr>
          <p:cNvPr id="6" name="Text 4"/>
          <p:cNvSpPr/>
          <p:nvPr/>
        </p:nvSpPr>
        <p:spPr>
          <a:xfrm>
            <a:off x="1143000" y="5905500"/>
            <a:ext cx="10477500" cy="1095375"/>
          </a:xfrm>
          <a:prstGeom prst="rect">
            <a:avLst/>
          </a:prstGeom>
          <a:noFill/>
          <a:ln/>
        </p:spPr>
        <p:txBody>
          <a:bodyPr wrap="square" lIns="0" tIns="7253" rIns="0" bIns="-7253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22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</a:t>
            </a:r>
            <a:r>
              <a:rPr lang="en-US" sz="2250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Ads</a:t>
            </a:r>
            <a:r>
              <a:rPr lang="en-US" sz="2250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opportunity</a:t>
            </a:r>
            <a:r>
              <a:rPr lang="en-US" sz="2250" dirty="0" spc="3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built</a:t>
            </a:r>
            <a:r>
              <a:rPr lang="en-US" sz="22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around</a:t>
            </a:r>
            <a:r>
              <a:rPr lang="en-US" sz="2250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24-hour</a:t>
            </a:r>
            <a:r>
              <a:rPr lang="en-US" sz="2250" dirty="0" spc="-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tree service,</a:t>
            </a:r>
            <a:r>
              <a:rPr lang="en-US" sz="22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2250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free</a:t>
            </a:r>
            <a:r>
              <a:rPr lang="en-US" sz="2250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estimates and your current</a:t>
            </a:r>
            <a:r>
              <a:rPr lang="en-US" sz="2250" dirty="0" spc="3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coupons.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143000" y="8096250"/>
            <a:ext cx="3143250" cy="99060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/>
        </p:spPr>
      </p:sp>
      <p:pic>
        <p:nvPicPr>
          <p:cNvPr id="8" name="Moda image rect-1792012002870-3792876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47800" y="8286750"/>
            <a:ext cx="609600" cy="609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47900" y="8420100"/>
            <a:ext cx="180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4667250" y="8343900"/>
            <a:ext cx="7239000" cy="666750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</a:t>
            </a:r>
            <a:r>
              <a:rPr lang="en-US" sz="1725" dirty="0" spc="-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Digital</a:t>
            </a:r>
            <a:r>
              <a:rPr lang="en-US" sz="1725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Media</a:t>
            </a:r>
            <a:r>
              <a:rPr lang="en-US" sz="1725" dirty="0" spc="-2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Solutions</a:t>
            </a:r>
            <a:r>
              <a:rPr lang="en-US" sz="1725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</a:t>
            </a:r>
            <a:r>
              <a:rPr lang="en-US" sz="1725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around29.com</a:t>
            </a:r>
            <a:endParaRPr lang="en-US" sz="1725" dirty="0"/>
          </a:p>
          <a:p>
            <a:pPr algn="l" indent="0" marL="0">
              <a:lnSpc>
                <a:spcPts val="2415"/>
              </a:lnSpc>
              <a:buNone/>
            </a:pPr>
            <a:r>
              <a:rPr lang="en-US" sz="1725" dirty="0" spc="4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October</a:t>
            </a:r>
            <a:r>
              <a:rPr lang="en-US" sz="1725" dirty="0" spc="-2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2026</a:t>
            </a:r>
            <a:endParaRPr lang="en-US" sz="1725" dirty="0"/>
          </a:p>
        </p:txBody>
      </p:sp>
      <p:sp>
        <p:nvSpPr>
          <p:cNvPr id="11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2" name="Moda image moda-export-watermark-f9196b10-5831-4deb-94dd-192136ffc1f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650" b="1" spc="373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63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</a:t>
            </a:r>
            <a:r>
              <a:rPr lang="en-US" sz="3863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</a:t>
            </a:r>
            <a:r>
              <a:rPr lang="en-US" sz="3863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understand</a:t>
            </a:r>
            <a:r>
              <a:rPr lang="en-US" sz="3863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about</a:t>
            </a:r>
            <a:r>
              <a:rPr lang="en-US" sz="3863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American</a:t>
            </a:r>
            <a:r>
              <a:rPr lang="en-US" sz="3863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Tree</a:t>
            </a:r>
            <a:r>
              <a:rPr lang="en-US" sz="3863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3863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Excavation</a:t>
            </a:r>
            <a:endParaRPr lang="en-US" sz="3863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5080000" cy="4953000"/>
          </a:xfrm>
          <a:prstGeom prst="roundRect">
            <a:avLst>
              <a:gd name="adj" fmla="val 3846"/>
            </a:avLst>
          </a:prstGeom>
          <a:solidFill>
            <a:srgbClr val="F3F3F5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2385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</a:t>
            </a:r>
            <a:r>
              <a:rPr lang="en-US" sz="21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 do</a:t>
            </a:r>
            <a:endParaRPr lang="en-US" sz="2100" dirty="0"/>
          </a:p>
        </p:txBody>
      </p:sp>
      <p:sp>
        <p:nvSpPr>
          <p:cNvPr id="6" name="Text richtext-1792012054635-167593724"/>
          <p:cNvSpPr/>
          <p:nvPr/>
        </p:nvSpPr>
        <p:spPr>
          <a:xfrm>
            <a:off x="1524000" y="3790950"/>
            <a:ext cx="4318000" cy="3143250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 removals,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including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large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hazardous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trees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Chipping,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pruning and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thinning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Stump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removal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grinding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Certified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arborist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available on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request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04000" y="2857500"/>
            <a:ext cx="5080000" cy="4953000"/>
          </a:xfrm>
          <a:prstGeom prst="roundRect">
            <a:avLst>
              <a:gd name="adj" fmla="val 3846"/>
            </a:avLst>
          </a:prstGeom>
          <a:solidFill>
            <a:srgbClr val="101112"/>
          </a:solidFill>
          <a:ln/>
        </p:spPr>
      </p:sp>
      <p:sp>
        <p:nvSpPr>
          <p:cNvPr id="8" name="Text 6"/>
          <p:cNvSpPr/>
          <p:nvPr/>
        </p:nvSpPr>
        <p:spPr>
          <a:xfrm>
            <a:off x="6985000" y="32385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Always</a:t>
            </a:r>
            <a:r>
              <a:rPr lang="en-US" sz="2100" b="1" dirty="0" spc="0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985000" y="3790950"/>
            <a:ext cx="4318000" cy="1238250"/>
          </a:xfrm>
          <a:prstGeom prst="rect">
            <a:avLst/>
          </a:prstGeom>
          <a:noFill/>
          <a:ln/>
        </p:spPr>
        <p:txBody>
          <a:bodyPr wrap="square" lIns="0" tIns="7019" rIns="0" bIns="-7019" rtlCol="0" anchor="t"/>
          <a:lstStyle/>
          <a:p>
            <a:pPr algn="l" indent="0" marL="0">
              <a:lnSpc>
                <a:spcPts val="3154"/>
              </a:lnSpc>
              <a:buNone/>
            </a:pPr>
            <a:r>
              <a:rPr lang="en-US" sz="2175" dirty="0" spc="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"24</a:t>
            </a:r>
            <a:r>
              <a:rPr lang="en-US" sz="2175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Hour</a:t>
            </a:r>
            <a:r>
              <a:rPr lang="en-US" sz="2175" dirty="0" spc="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Emergency</a:t>
            </a:r>
            <a:r>
              <a:rPr lang="en-US" sz="2175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Service!"</a:t>
            </a:r>
            <a:r>
              <a:rPr lang="en-US" sz="2175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with</a:t>
            </a:r>
            <a:r>
              <a:rPr lang="en-US" sz="2175" dirty="0" spc="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free</a:t>
            </a:r>
            <a:r>
              <a:rPr lang="en-US" sz="2175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estimates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6985000" y="5200650"/>
            <a:ext cx="4318000" cy="1905000"/>
          </a:xfrm>
          <a:prstGeom prst="rect">
            <a:avLst/>
          </a:prstGeom>
          <a:noFill/>
          <a:ln/>
        </p:spPr>
        <p:txBody>
          <a:bodyPr wrap="square" lIns="0" tIns="2819" rIns="0" bIns="-2819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1725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</a:t>
            </a:r>
            <a:r>
              <a:rPr lang="en-US" sz="1725" dirty="0" spc="-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coupons on</a:t>
            </a:r>
            <a:r>
              <a:rPr lang="en-US" sz="1725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725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site:</a:t>
            </a:r>
            <a:r>
              <a:rPr lang="en-US" sz="1725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$150</a:t>
            </a:r>
            <a:r>
              <a:rPr lang="en-US" sz="1725" dirty="0" spc="3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off</a:t>
            </a:r>
            <a:r>
              <a:rPr lang="en-US" sz="1725" dirty="0" spc="-3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any</a:t>
            </a:r>
            <a:r>
              <a:rPr lang="en-US" sz="1725" dirty="0" spc="4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tree</a:t>
            </a:r>
            <a:r>
              <a:rPr lang="en-US" sz="1725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project</a:t>
            </a:r>
            <a:r>
              <a:rPr lang="en-US" sz="1725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1725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$1,000</a:t>
            </a:r>
            <a:r>
              <a:rPr lang="en-US" sz="1725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</a:t>
            </a:r>
            <a:r>
              <a:rPr lang="en-US" sz="1725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more,</a:t>
            </a:r>
            <a:r>
              <a:rPr lang="en-US" sz="1725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725" dirty="0" spc="-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50%</a:t>
            </a:r>
            <a:r>
              <a:rPr lang="en-US" sz="1725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off</a:t>
            </a:r>
            <a:r>
              <a:rPr lang="en-US" sz="1725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725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second stump grinding. Licensed,</a:t>
            </a:r>
            <a:r>
              <a:rPr lang="en-US" sz="1725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bonded</a:t>
            </a:r>
            <a:r>
              <a:rPr lang="en-US" sz="1725" dirty="0" spc="-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725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insured,</a:t>
            </a:r>
            <a:r>
              <a:rPr lang="en-US" sz="1725" dirty="0" spc="-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#AMERITE800QS.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2065000" y="2857500"/>
            <a:ext cx="5080000" cy="4953000"/>
          </a:xfrm>
          <a:prstGeom prst="roundRect">
            <a:avLst>
              <a:gd name="adj" fmla="val 3846"/>
            </a:avLst>
          </a:prstGeom>
          <a:solidFill>
            <a:srgbClr val="F3F3F5"/>
          </a:solidFill>
          <a:ln/>
        </p:spPr>
      </p:sp>
      <p:sp>
        <p:nvSpPr>
          <p:cNvPr id="12" name="Text 10"/>
          <p:cNvSpPr/>
          <p:nvPr/>
        </p:nvSpPr>
        <p:spPr>
          <a:xfrm>
            <a:off x="12446000" y="32385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</a:t>
            </a:r>
            <a:r>
              <a:rPr lang="en-US" sz="21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customers</a:t>
            </a:r>
            <a:r>
              <a:rPr lang="en-US" sz="2100" b="1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reach</a:t>
            </a:r>
            <a:r>
              <a:rPr lang="en-US" sz="21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endParaRPr lang="en-US" sz="2100" dirty="0"/>
          </a:p>
        </p:txBody>
      </p:sp>
      <p:sp>
        <p:nvSpPr>
          <p:cNvPr id="13" name="Text richtext-1792012054682-430641614"/>
          <p:cNvSpPr/>
          <p:nvPr/>
        </p:nvSpPr>
        <p:spPr>
          <a:xfrm>
            <a:off x="12446000" y="3790950"/>
            <a:ext cx="4318000" cy="1905000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Phone,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click-to-call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site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Website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contact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Facebook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91440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Everything</a:t>
            </a:r>
            <a:r>
              <a:rPr lang="en-US" sz="1500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</a:t>
            </a:r>
            <a:r>
              <a:rPr lang="en-US" sz="1500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</a:t>
            </a:r>
            <a:r>
              <a:rPr lang="en-US" sz="1500" dirty="0" spc="4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slide</a:t>
            </a:r>
            <a:r>
              <a:rPr lang="en-US" sz="1500" dirty="0" spc="3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comes</a:t>
            </a:r>
            <a:r>
              <a:rPr lang="en-US" sz="1500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</a:t>
            </a:r>
            <a:r>
              <a:rPr lang="en-US" sz="1500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own</a:t>
            </a:r>
            <a:r>
              <a:rPr lang="en-US" sz="1500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website,</a:t>
            </a:r>
            <a:r>
              <a:rPr lang="en-US" sz="1500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americantreeexcavation.com.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4d4df575-b138-49e0-99c6-065eac5499f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 SEARCH OPPORTUNITY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searches</a:t>
            </a:r>
            <a:r>
              <a:rPr lang="en-US" sz="420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happen</a:t>
            </a:r>
            <a:r>
              <a:rPr lang="en-US" sz="420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</a:t>
            </a: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moment</a:t>
            </a:r>
            <a:r>
              <a:rPr lang="en-US" sz="420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420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need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2571750"/>
            <a:ext cx="14287500" cy="952500"/>
          </a:xfrm>
          <a:prstGeom prst="rect">
            <a:avLst/>
          </a:prstGeom>
          <a:noFill/>
          <a:ln/>
        </p:spPr>
        <p:txBody>
          <a:bodyPr wrap="square" lIns="0" tIns="3451" rIns="0" bIns="-345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</a:t>
            </a:r>
            <a:r>
              <a:rPr lang="en-US" sz="21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100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storm drops</a:t>
            </a:r>
            <a:r>
              <a:rPr lang="en-US" sz="21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limb on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21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roof, nobody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browses.</a:t>
            </a:r>
            <a:r>
              <a:rPr lang="en-US" sz="21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They</a:t>
            </a:r>
            <a:r>
              <a:rPr lang="en-US" sz="21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search,</a:t>
            </a:r>
            <a:r>
              <a:rPr lang="en-US" sz="2100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they</a:t>
            </a:r>
            <a:r>
              <a:rPr lang="en-US" sz="21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</a:t>
            </a:r>
            <a:r>
              <a:rPr lang="en-US" sz="21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whoever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answers.</a:t>
            </a:r>
            <a:r>
              <a:rPr lang="en-US" sz="21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These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</a:t>
            </a:r>
            <a:r>
              <a:rPr lang="en-US" sz="21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kinds</a:t>
            </a:r>
            <a:r>
              <a:rPr lang="en-US" sz="2100" dirty="0" spc="-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searches</a:t>
            </a:r>
            <a:r>
              <a:rPr lang="en-US" sz="21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21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services answer: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" y="4095750"/>
            <a:ext cx="38100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emergency</a:t>
            </a:r>
            <a:r>
              <a:rPr lang="en-US" sz="1950" dirty="0" spc="-6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tree</a:t>
            </a: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removal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181600" y="4095750"/>
            <a:ext cx="333375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</a:t>
            </a: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removal</a:t>
            </a:r>
            <a:r>
              <a:rPr lang="en-US" sz="1950" dirty="0" spc="-5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near</a:t>
            </a: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8743950" y="4095750"/>
            <a:ext cx="409575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storm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damage</a:t>
            </a:r>
            <a:r>
              <a:rPr lang="en-US" sz="1950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tree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removal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068300" y="4095750"/>
            <a:ext cx="257175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stump</a:t>
            </a: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grinding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5048250"/>
            <a:ext cx="333375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</a:t>
            </a:r>
            <a:r>
              <a:rPr lang="en-US" sz="1950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hour tree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service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705350" y="5048250"/>
            <a:ext cx="295275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</a:t>
            </a: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removal</a:t>
            </a:r>
            <a:r>
              <a:rPr lang="en-US" sz="1950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cost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886700" y="5048250"/>
            <a:ext cx="352425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tree</a:t>
            </a:r>
            <a:r>
              <a:rPr lang="en-US" sz="1950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trimming</a:t>
            </a:r>
            <a:r>
              <a:rPr lang="en-US" sz="1950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near</a:t>
            </a:r>
            <a:r>
              <a:rPr lang="en-US" sz="1950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639550" y="5048250"/>
            <a:ext cx="3143250" cy="6858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free</a:t>
            </a:r>
            <a:r>
              <a:rPr lang="en-US" sz="1950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tree</a:t>
            </a:r>
            <a:r>
              <a:rPr lang="en-US" sz="1950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estimate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143000" y="6667500"/>
            <a:ext cx="16002000" cy="2190750"/>
          </a:xfrm>
          <a:prstGeom prst="roundRect">
            <a:avLst>
              <a:gd name="adj" fmla="val 8696"/>
            </a:avLst>
          </a:prstGeom>
          <a:solidFill>
            <a:srgbClr val="101112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7048500"/>
            <a:ext cx="15240000" cy="331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</a:t>
            </a:r>
            <a:r>
              <a:rPr lang="en-US" sz="2025" b="1" dirty="0" spc="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</a:t>
            </a:r>
            <a:r>
              <a:rPr lang="en-US" sz="2025" b="1" dirty="0" spc="-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matters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1524000" y="7518942"/>
            <a:ext cx="15240000" cy="958308"/>
          </a:xfrm>
          <a:prstGeom prst="rect">
            <a:avLst/>
          </a:prstGeom>
          <a:noFill/>
          <a:ln/>
        </p:spPr>
        <p:txBody>
          <a:bodyPr wrap="square" lIns="0" tIns="3065" rIns="0" bIns="-3065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Google Search ads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can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answer these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searches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areas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 confirm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us, around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clock,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phone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number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right</a:t>
            </a:r>
            <a:r>
              <a:rPr lang="en-US" sz="187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ad.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companies advertising</a:t>
            </a:r>
            <a:r>
              <a:rPr lang="en-US" sz="1875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ones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whose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phone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rings.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143000" y="9286875"/>
            <a:ext cx="1428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Illustrative search</a:t>
            </a:r>
            <a:r>
              <a:rPr lang="en-US" sz="1500" i="1" dirty="0" spc="-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themes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based on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services.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 keyword-volume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research.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aa9cbeee-0331-4ce8-8786-24117b0c408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r>
              <a:rPr lang="en-US" sz="1650" b="1" spc="374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BUSINESS-SPECIFIC</a:t>
            </a:r>
            <a:r>
              <a:rPr lang="en-US" sz="1650" b="1" spc="377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OPPORTUNITY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</a:t>
            </a:r>
            <a:r>
              <a:rPr lang="en-US" sz="4200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42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4200" b="1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urgent</a:t>
            </a:r>
            <a:r>
              <a:rPr lang="en-US" sz="420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call, with</a:t>
            </a:r>
            <a:r>
              <a:rPr lang="en-US" sz="42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offers</a:t>
            </a:r>
            <a:r>
              <a:rPr lang="en-US" sz="420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already</a:t>
            </a:r>
            <a:r>
              <a:rPr lang="en-US" sz="4200" b="1" dirty="0" spc="-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printed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762250"/>
            <a:ext cx="5080000" cy="3810000"/>
          </a:xfrm>
          <a:prstGeom prst="roundRect">
            <a:avLst>
              <a:gd name="adj" fmla="val 5000"/>
            </a:avLst>
          </a:prstGeom>
          <a:solidFill>
            <a:srgbClr val="1B1B1C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14325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spc="6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</a:t>
            </a:r>
            <a:r>
              <a:rPr lang="en-US" sz="6000" b="1" dirty="0" spc="0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hr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524000" y="42672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10118" rIns="0" bIns="-10118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Your</a:t>
            </a:r>
            <a:r>
              <a:rPr lang="en-US" sz="2100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emergency</a:t>
            </a:r>
            <a:r>
              <a:rPr lang="en-US" sz="2100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service</a:t>
            </a:r>
            <a:r>
              <a:rPr lang="en-US" sz="2100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promise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24000" y="5581650"/>
            <a:ext cx="431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</a:t>
            </a:r>
            <a:r>
              <a:rPr lang="en-US" sz="1500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500" dirty="0" spc="3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website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04000" y="2762250"/>
            <a:ext cx="5080000" cy="3810000"/>
          </a:xfrm>
          <a:prstGeom prst="roundRect">
            <a:avLst>
              <a:gd name="adj" fmla="val 5000"/>
            </a:avLst>
          </a:prstGeom>
          <a:solidFill>
            <a:srgbClr val="1B1B1C"/>
          </a:solidFill>
          <a:ln/>
        </p:spPr>
      </p:sp>
      <p:sp>
        <p:nvSpPr>
          <p:cNvPr id="9" name="Text 7"/>
          <p:cNvSpPr/>
          <p:nvPr/>
        </p:nvSpPr>
        <p:spPr>
          <a:xfrm>
            <a:off x="6985000" y="314325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spc="6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$150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985000" y="42672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10118" rIns="0" bIns="-10118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Off any</a:t>
            </a:r>
            <a:r>
              <a:rPr lang="en-US" sz="2100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tree project</a:t>
            </a:r>
            <a:r>
              <a:rPr lang="en-US" sz="2100" dirty="0" spc="-4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of</a:t>
            </a:r>
            <a:r>
              <a:rPr lang="en-US" sz="2100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$1,000</a:t>
            </a:r>
            <a:r>
              <a:rPr lang="en-US" sz="2100" dirty="0" spc="-4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or</a:t>
            </a:r>
            <a:r>
              <a:rPr lang="en-US" sz="2100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more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985000" y="5581650"/>
            <a:ext cx="431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current</a:t>
            </a:r>
            <a:r>
              <a:rPr lang="en-US" sz="1500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coupon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065000" y="2762250"/>
            <a:ext cx="5080000" cy="3810000"/>
          </a:xfrm>
          <a:prstGeom prst="roundRect">
            <a:avLst>
              <a:gd name="adj" fmla="val 5000"/>
            </a:avLst>
          </a:prstGeom>
          <a:solidFill>
            <a:srgbClr val="1B1B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6000" y="314325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 spc="6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50%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12446000" y="42672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10118" rIns="0" bIns="-10118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Off</a:t>
            </a:r>
            <a:r>
              <a:rPr lang="en-US" sz="2100" dirty="0" spc="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</a:t>
            </a:r>
            <a:r>
              <a:rPr lang="en-US" sz="2100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second</a:t>
            </a:r>
            <a:r>
              <a:rPr lang="en-US" sz="2100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stump</a:t>
            </a:r>
            <a:r>
              <a:rPr lang="en-US" sz="2100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grinding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446000" y="5581650"/>
            <a:ext cx="431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current</a:t>
            </a:r>
            <a:r>
              <a:rPr lang="en-US" sz="1500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coupon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43000" y="7239000"/>
            <a:ext cx="16002000" cy="1905000"/>
          </a:xfrm>
          <a:prstGeom prst="roundRect">
            <a:avLst>
              <a:gd name="adj" fmla="val 10000"/>
            </a:avLst>
          </a:prstGeom>
          <a:solidFill>
            <a:srgbClr val="FFA737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7620000"/>
            <a:ext cx="15240000" cy="1143000"/>
          </a:xfrm>
          <a:prstGeom prst="rect">
            <a:avLst/>
          </a:prstGeom>
          <a:noFill/>
          <a:ln/>
        </p:spPr>
        <p:txBody>
          <a:bodyPr wrap="square" lIns="0" tIns="7019" rIns="0" bIns="-7019" rtlCol="0" anchor="ctr"/>
          <a:lstStyle/>
          <a:p>
            <a:pPr algn="l" indent="0" marL="0">
              <a:lnSpc>
                <a:spcPts val="3154"/>
              </a:lnSpc>
              <a:buNone/>
            </a:pPr>
            <a:r>
              <a:rPr lang="en-US" sz="2175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Emergency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work converts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as</a:t>
            </a:r>
            <a:r>
              <a:rPr lang="en-US" sz="217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phone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call</a:t>
            </a:r>
            <a:r>
              <a:rPr lang="en-US" sz="2175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made</a:t>
            </a:r>
            <a:r>
              <a:rPr lang="en-US" sz="217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minutes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after the search. A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call-only</a:t>
            </a:r>
            <a:r>
              <a:rPr lang="en-US" sz="217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ad</a:t>
            </a:r>
            <a:r>
              <a:rPr lang="en-US" sz="2175" dirty="0" spc="-3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running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around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the</a:t>
            </a:r>
            <a:r>
              <a:rPr lang="en-US" sz="217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clock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puts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your number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inside</a:t>
            </a:r>
            <a:r>
              <a:rPr lang="en-US" sz="217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that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moment,</a:t>
            </a:r>
            <a:r>
              <a:rPr lang="en-US" sz="217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in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the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areas</a:t>
            </a:r>
            <a:r>
              <a:rPr lang="en-US" sz="217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confirm</a:t>
            </a:r>
            <a:r>
              <a:rPr lang="en-US" sz="2175" dirty="0" spc="-3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with us.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cf748431-2dee-4250-a63c-7fe92a62c9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RECOMMENDED</a:t>
            </a: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CAMPAIGN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APPROACH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Always-on</a:t>
            </a:r>
            <a:r>
              <a:rPr lang="en-US" sz="4050" b="1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emergencies,</a:t>
            </a:r>
            <a:r>
              <a:rPr lang="en-US" sz="405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daytime</a:t>
            </a:r>
            <a:r>
              <a:rPr lang="en-US" sz="4050" b="1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405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planned</a:t>
            </a:r>
            <a:r>
              <a:rPr lang="en-US" sz="405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143000" y="26670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30099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Campaign themes</a:t>
            </a:r>
            <a:endParaRPr lang="en-US" sz="2025" dirty="0"/>
          </a:p>
        </p:txBody>
      </p:sp>
      <p:sp>
        <p:nvSpPr>
          <p:cNvPr id="6" name="Text richtext-1792012216216-487240785"/>
          <p:cNvSpPr/>
          <p:nvPr/>
        </p:nvSpPr>
        <p:spPr>
          <a:xfrm>
            <a:off x="1485900" y="34821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Emergency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removal: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call-only ads,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running 24/7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Planned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removals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pruning,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hours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Stump grinding,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coupons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copy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34500" y="26670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8" name="Text 6"/>
          <p:cNvSpPr/>
          <p:nvPr/>
        </p:nvSpPr>
        <p:spPr>
          <a:xfrm>
            <a:off x="9677400" y="30099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Geographic targeting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9677400" y="34821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Targeted to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cities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radius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 confirm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us;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nothing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assumed.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Agreeing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map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the first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step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our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first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conversation.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59055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11" name="Text 9"/>
          <p:cNvSpPr/>
          <p:nvPr/>
        </p:nvSpPr>
        <p:spPr>
          <a:xfrm>
            <a:off x="1485900" y="62484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Landing</a:t>
            </a:r>
            <a:r>
              <a:rPr lang="en-US" sz="2025" b="1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pages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485900" y="67206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emergency page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tap-to-call front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center,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free-estimate promise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coupons. We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</a:t>
            </a:r>
            <a:r>
              <a:rPr lang="en-US" sz="1800" dirty="0" spc="5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part of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setup; emergency callers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never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hunt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number.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34500" y="59055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14" name="Text 12"/>
          <p:cNvSpPr/>
          <p:nvPr/>
        </p:nvSpPr>
        <p:spPr>
          <a:xfrm>
            <a:off x="9677400" y="62484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Traffic</a:t>
            </a:r>
            <a:r>
              <a:rPr lang="en-US" sz="2025" b="1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quality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677400" y="67206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Negative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keywords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filter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out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do-it-yourself,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firewood,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job-seeker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out-of-area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searches,</a:t>
            </a:r>
            <a:r>
              <a:rPr lang="en-US" sz="1800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budget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goes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people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who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need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tree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crew.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9286875"/>
            <a:ext cx="1428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 spc="3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proposed</a:t>
            </a:r>
            <a:r>
              <a:rPr lang="en-US" sz="1500" i="1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approach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discussion,</a:t>
            </a:r>
            <a:r>
              <a:rPr lang="en-US" sz="1500" i="1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refined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together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before anything launches.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 audit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any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existing account.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7455192-ebe7-47de-b2d3-91ceb877f16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r>
              <a:rPr lang="en-US" sz="1650" b="1" spc="374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PROPOSED</a:t>
            </a: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</a:t>
            </a: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JOURNEY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</a:t>
            </a: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storm</a:t>
            </a:r>
            <a:r>
              <a:rPr lang="en-US" sz="420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phone call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0970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5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tree</a:t>
            </a:r>
            <a:r>
              <a:rPr lang="en-US" sz="19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comes</a:t>
            </a:r>
            <a:r>
              <a:rPr lang="en-US" sz="1950" b="1" dirty="0" spc="-5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down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0970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Storm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night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</a:t>
            </a:r>
            <a:r>
              <a:rPr lang="en-US" sz="1650" dirty="0" spc="5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Sunday morning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43865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9" name="Text 7"/>
          <p:cNvSpPr/>
          <p:nvPr/>
        </p:nvSpPr>
        <p:spPr>
          <a:xfrm>
            <a:off x="470535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70535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</a:t>
            </a:r>
            <a:r>
              <a:rPr lang="en-US" sz="19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70535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"emergency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tree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removal", right then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73430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00100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ad</a:t>
            </a:r>
            <a:r>
              <a:rPr lang="en-US" sz="195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answers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00100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24-hour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service,</a:t>
            </a: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65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number</a:t>
            </a: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02995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17" name="Text 15"/>
          <p:cNvSpPr/>
          <p:nvPr/>
        </p:nvSpPr>
        <p:spPr>
          <a:xfrm>
            <a:off x="1129665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29665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</a:t>
            </a:r>
            <a:r>
              <a:rPr lang="en-US" sz="19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tap</a:t>
            </a:r>
            <a:r>
              <a:rPr lang="en-US" sz="1950" b="1" dirty="0" spc="-5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19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29665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Straight</a:t>
            </a: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</a:t>
            </a: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65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432560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101112"/>
          </a:solidFill>
          <a:ln/>
        </p:spPr>
      </p:sp>
      <p:sp>
        <p:nvSpPr>
          <p:cNvPr id="21" name="Text 19"/>
          <p:cNvSpPr/>
          <p:nvPr/>
        </p:nvSpPr>
        <p:spPr>
          <a:xfrm>
            <a:off x="1459230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459230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see</a:t>
            </a:r>
            <a:r>
              <a:rPr lang="en-US" sz="1950" b="1" dirty="0" spc="-5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</a:t>
            </a:r>
            <a:r>
              <a:rPr lang="en-US" sz="1950" b="1" dirty="0" spc="-3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all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459230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</a:t>
            </a:r>
            <a:r>
              <a:rPr lang="en-US" sz="1650" dirty="0" spc="4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</a:t>
            </a:r>
            <a:r>
              <a:rPr lang="en-US" sz="1650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tracked to the</a:t>
            </a:r>
            <a:r>
              <a:rPr lang="en-US" sz="16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</a:t>
            </a:r>
            <a:r>
              <a:rPr lang="en-US" sz="1650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behind</a:t>
            </a:r>
            <a:r>
              <a:rPr lang="en-US" sz="1650" dirty="0" spc="4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</a:t>
            </a:r>
            <a:endParaRPr lang="en-US" sz="1650" dirty="0"/>
          </a:p>
        </p:txBody>
      </p:sp>
      <p:sp>
        <p:nvSpPr>
          <p:cNvPr id="24" name="Connector line-1792012286082-311213428"/>
          <p:cNvSpPr/>
          <p:nvPr/>
        </p:nvSpPr>
        <p:spPr>
          <a:xfrm>
            <a:off x="401955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5" name="Connector line-1792012286083-811975044"/>
          <p:cNvSpPr/>
          <p:nvPr/>
        </p:nvSpPr>
        <p:spPr>
          <a:xfrm>
            <a:off x="731520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6" name="Connector line-1792012286083-775066408"/>
          <p:cNvSpPr/>
          <p:nvPr/>
        </p:nvSpPr>
        <p:spPr>
          <a:xfrm>
            <a:off x="1061085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7" name="Connector line-1792012286083-449127016"/>
          <p:cNvSpPr/>
          <p:nvPr/>
        </p:nvSpPr>
        <p:spPr>
          <a:xfrm>
            <a:off x="1390650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8" name="Shape 26"/>
          <p:cNvSpPr/>
          <p:nvPr/>
        </p:nvSpPr>
        <p:spPr>
          <a:xfrm>
            <a:off x="1143000" y="7239000"/>
            <a:ext cx="16002000" cy="1524000"/>
          </a:xfrm>
          <a:prstGeom prst="roundRect">
            <a:avLst>
              <a:gd name="adj" fmla="val 12500"/>
            </a:avLst>
          </a:prstGeom>
          <a:solidFill>
            <a:srgbClr val="F3F3F5"/>
          </a:solidFill>
          <a:ln/>
        </p:spPr>
      </p:sp>
      <p:sp>
        <p:nvSpPr>
          <p:cNvPr id="29" name="Text 27"/>
          <p:cNvSpPr/>
          <p:nvPr/>
        </p:nvSpPr>
        <p:spPr>
          <a:xfrm>
            <a:off x="1485900" y="7581900"/>
            <a:ext cx="15316200" cy="762000"/>
          </a:xfrm>
          <a:prstGeom prst="rect">
            <a:avLst/>
          </a:prstGeom>
          <a:noFill/>
          <a:ln/>
        </p:spPr>
        <p:txBody>
          <a:bodyPr wrap="square" lIns="0" tIns="6050" rIns="0" bIns="-6050" rtlCol="0" anchor="ctr"/>
          <a:lstStyle/>
          <a:p>
            <a:pPr algn="l" indent="0" marL="0">
              <a:lnSpc>
                <a:spcPts val="2719"/>
              </a:lnSpc>
              <a:buNone/>
            </a:pPr>
            <a:r>
              <a:rPr lang="en-US" sz="1875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every</a:t>
            </a:r>
            <a:r>
              <a:rPr lang="en-US" sz="187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click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becomes a</a:t>
            </a:r>
            <a:r>
              <a:rPr lang="en-US" sz="187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job,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we</a:t>
            </a:r>
            <a:r>
              <a:rPr lang="en-US" sz="187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will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never pretend</a:t>
            </a:r>
            <a:r>
              <a:rPr lang="en-US" sz="1875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otherwise.</a:t>
            </a:r>
            <a:r>
              <a:rPr lang="en-US" sz="187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point is</a:t>
            </a:r>
            <a:r>
              <a:rPr lang="en-US" sz="1875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</a:t>
            </a:r>
            <a:r>
              <a:rPr lang="en-US" sz="187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urgent</a:t>
            </a:r>
            <a:r>
              <a:rPr lang="en-US" sz="187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finds you,</a:t>
            </a:r>
            <a:r>
              <a:rPr lang="en-US" sz="187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7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every step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</a:t>
            </a:r>
            <a:r>
              <a:rPr lang="en-US" sz="187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visible,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measured and improvable.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d3e1e7ad-9510-4fe6-8fbb-108ae076382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MEASUREMENT</a:t>
            </a: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OPTIMIZATION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You'll</a:t>
            </a: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always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see</a:t>
            </a:r>
            <a:r>
              <a:rPr lang="en-US" sz="42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what's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2667000"/>
            <a:ext cx="933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What</a:t>
            </a:r>
            <a:r>
              <a:rPr lang="en-US" sz="1950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we</a:t>
            </a:r>
            <a:r>
              <a:rPr lang="en-US" sz="1950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measure</a:t>
            </a:r>
            <a:r>
              <a:rPr lang="en-US" sz="1950" dirty="0" spc="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1950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act</a:t>
            </a:r>
            <a:r>
              <a:rPr lang="en-US" sz="1950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on:</a:t>
            </a:r>
            <a:endParaRPr lang="en-US" sz="1950" dirty="0"/>
          </a:p>
        </p:txBody>
      </p:sp>
      <p:sp>
        <p:nvSpPr>
          <p:cNvPr id="5" name="Text richtext-1792012330836-407946893"/>
          <p:cNvSpPr/>
          <p:nvPr/>
        </p:nvSpPr>
        <p:spPr>
          <a:xfrm>
            <a:off x="1143000" y="3238500"/>
            <a:ext cx="9334500" cy="4191000"/>
          </a:xfrm>
          <a:prstGeom prst="rect">
            <a:avLst/>
          </a:prstGeom>
          <a:noFill/>
          <a:ln/>
        </p:spPr>
        <p:txBody>
          <a:bodyPr wrap="square" lIns="0" tIns="-2872" rIns="0" bIns="2872" rtlCol="0" anchor="t"/>
          <a:lstStyle/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call,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tracked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search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produced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Emergency versus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planned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versus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stump work, measured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separately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Search-term reviews,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budget moves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toward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 makes the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phone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ring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5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</a:t>
            </a:r>
            <a:r>
              <a:rPr lang="en-US" sz="1875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call,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once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enough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reliable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data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accumulates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plain-English monthly report,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spreadsheet</a:t>
            </a:r>
            <a:r>
              <a:rPr lang="en-US" sz="1875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dump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1049000" y="2667000"/>
            <a:ext cx="6096000" cy="4762500"/>
          </a:xfrm>
          <a:prstGeom prst="roundRect">
            <a:avLst>
              <a:gd name="adj" fmla="val 4000"/>
            </a:avLst>
          </a:prstGeom>
          <a:solidFill>
            <a:srgbClr val="10111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0" y="30480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</a:t>
            </a:r>
            <a:r>
              <a:rPr lang="en-US" sz="2025" b="1" dirty="0" spc="-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</a:t>
            </a:r>
            <a:r>
              <a:rPr lang="en-US" sz="2025" b="1" dirty="0" spc="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won't</a:t>
            </a:r>
            <a:r>
              <a:rPr lang="en-US" sz="2025" b="1" dirty="0" spc="-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1430000" y="3543300"/>
            <a:ext cx="5334000" cy="3143250"/>
          </a:xfrm>
          <a:prstGeom prst="rect">
            <a:avLst/>
          </a:prstGeom>
          <a:noFill/>
          <a:ln/>
        </p:spPr>
        <p:txBody>
          <a:bodyPr wrap="square" lIns="0" tIns="100" rIns="0" bIns="-10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Promise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number of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calls. Guarantee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outcomes.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Keep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spending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where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evidence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says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stop.</a:t>
            </a:r>
            <a:endParaRPr lang="en-US" sz="1800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Call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tracking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doesn't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exist</a:t>
            </a:r>
            <a:r>
              <a:rPr lang="en-US" sz="1800" dirty="0" spc="5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until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someone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builds</a:t>
            </a:r>
            <a:r>
              <a:rPr lang="en-US" sz="1800" dirty="0" spc="5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it,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 we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</a:t>
            </a:r>
            <a:r>
              <a:rPr lang="en-US" sz="1800" dirty="0" spc="5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part of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setup.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9144000"/>
            <a:ext cx="1428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Decisions follow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evidence from</a:t>
            </a:r>
            <a:r>
              <a:rPr lang="en-US" sz="1500" i="1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own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campaign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data,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never industry averages.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a064f1de-eacd-4056-ac71-266c50a7e5b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4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PROPOSED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IMPLEMENTATION</a:t>
            </a: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PROCESS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we'd</a:t>
            </a:r>
            <a:r>
              <a:rPr lang="en-US" sz="42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together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3124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09700" y="3649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Confirm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your</a:t>
            </a:r>
            <a:r>
              <a:rPr lang="en-US" sz="1725" dirty="0" spc="-3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service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cities,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services and budget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6591300" y="2857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3124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3649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Agree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campaign priorities</a:t>
            </a: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together,</a:t>
            </a:r>
            <a:r>
              <a:rPr lang="en-US" sz="1725" dirty="0" spc="-3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emergency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first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306300" y="3124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06300" y="3649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Prepare the</a:t>
            </a:r>
            <a:r>
              <a:rPr lang="en-US" sz="1725" dirty="0" spc="-3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emergency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page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1725" dirty="0" spc="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call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tracking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143000" y="5143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409700" y="5410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9700" y="5935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Build</a:t>
            </a: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the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campaigns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 your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approval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6591300" y="5143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5410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0" y="5935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3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Launch</a:t>
            </a: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when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say</a:t>
            </a:r>
            <a:r>
              <a:rPr lang="en-US" sz="1725" dirty="0" spc="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go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2039600" y="5143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101112"/>
          </a:solidFill>
          <a:ln/>
        </p:spPr>
      </p:sp>
      <p:sp>
        <p:nvSpPr>
          <p:cNvPr id="20" name="Text 18"/>
          <p:cNvSpPr/>
          <p:nvPr/>
        </p:nvSpPr>
        <p:spPr>
          <a:xfrm>
            <a:off x="12306300" y="5410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06300" y="5935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Review results</a:t>
            </a:r>
            <a:r>
              <a:rPr lang="en-US" sz="1725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together</a:t>
            </a:r>
            <a:r>
              <a:rPr lang="en-US" sz="1725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1725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refine, month after month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143000" y="7715250"/>
            <a:ext cx="15240000" cy="666750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Nothing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goes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live without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approval,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you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keep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ownership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access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own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account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throughout.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8a78d9ce-71a4-4b1f-a900-ad72207106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92250" y="-3905250"/>
            <a:ext cx="6286500" cy="6286500"/>
          </a:xfrm>
          <a:prstGeom prst="ellipse">
            <a:avLst/>
          </a:prstGeom>
          <a:solidFill>
            <a:srgbClr val="1B1B1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NEXT</a:t>
            </a:r>
            <a:r>
              <a:rPr lang="en-US" sz="1650" b="1" spc="376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STEP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428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Worth</a:t>
            </a:r>
            <a:r>
              <a:rPr lang="en-US" sz="45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450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20-minute</a:t>
            </a:r>
            <a:r>
              <a:rPr lang="en-US" sz="45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conversation?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27622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What</a:t>
            </a:r>
            <a:r>
              <a:rPr lang="en-US" sz="1950" dirty="0" spc="-1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we'd</a:t>
            </a:r>
            <a:r>
              <a:rPr lang="en-US" sz="1950" dirty="0" spc="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like</a:t>
            </a:r>
            <a:r>
              <a:rPr lang="en-US" sz="1950" dirty="0" spc="-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to</a:t>
            </a:r>
            <a:r>
              <a:rPr lang="en-US" sz="1950" dirty="0" spc="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learn</a:t>
            </a:r>
            <a:r>
              <a:rPr lang="en-US" sz="1950" dirty="0" spc="0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from</a:t>
            </a:r>
            <a:r>
              <a:rPr lang="en-US" sz="1950" dirty="0" spc="1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you:</a:t>
            </a:r>
            <a:endParaRPr lang="en-US" sz="1950" dirty="0"/>
          </a:p>
        </p:txBody>
      </p:sp>
      <p:sp>
        <p:nvSpPr>
          <p:cNvPr id="6" name="Text richtext-1792012430750-634731369"/>
          <p:cNvSpPr/>
          <p:nvPr/>
        </p:nvSpPr>
        <p:spPr>
          <a:xfrm>
            <a:off x="1143000" y="3333750"/>
            <a:ext cx="8953500" cy="3429000"/>
          </a:xfrm>
          <a:prstGeom prst="rect">
            <a:avLst/>
          </a:prstGeom>
          <a:noFill/>
          <a:ln/>
        </p:spPr>
        <p:txBody>
          <a:bodyPr wrap="square" lIns="0" tIns="-2872" rIns="0" bIns="2872" rtlCol="0" anchor="t"/>
          <a:lstStyle/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cities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 take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jobs</a:t>
            </a:r>
            <a:r>
              <a:rPr lang="en-US" sz="187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in,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how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far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you'll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travel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emergency,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planned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stump work compare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Whether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excavation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side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name is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want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Whether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focused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 Ads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pilot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makes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sense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0858500" y="2762250"/>
            <a:ext cx="6286500" cy="40957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pic>
        <p:nvPicPr>
          <p:cNvPr id="8" name="Moda image rect-1792012431258-7443809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39500" y="3143250"/>
            <a:ext cx="609600" cy="609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39500" y="3943350"/>
            <a:ext cx="5524500" cy="1714500"/>
          </a:xfrm>
          <a:prstGeom prst="rect">
            <a:avLst/>
          </a:prstGeom>
          <a:noFill/>
          <a:ln/>
        </p:spPr>
        <p:txBody>
          <a:bodyPr wrap="square" lIns="0" tIns="2819" rIns="0" bIns="-2819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</a:t>
            </a:r>
            <a:r>
              <a:rPr lang="en-US" sz="172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Digital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Media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Solutions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builds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manages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 Ads</a:t>
            </a:r>
            <a:r>
              <a:rPr lang="en-US" sz="172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172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local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service</a:t>
            </a:r>
            <a:r>
              <a:rPr lang="en-US" sz="172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businesses, with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landing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pages,</a:t>
            </a:r>
            <a:r>
              <a:rPr lang="en-US" sz="172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development,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SEO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content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under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one</a:t>
            </a:r>
            <a:r>
              <a:rPr lang="en-US" sz="172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roof.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11239500" y="584835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around29.com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1143000" y="7620000"/>
            <a:ext cx="16002000" cy="1428750"/>
          </a:xfrm>
          <a:prstGeom prst="roundRect">
            <a:avLst>
              <a:gd name="adj" fmla="val 13333"/>
            </a:avLst>
          </a:prstGeom>
          <a:solidFill>
            <a:srgbClr val="FFA737"/>
          </a:solidFill>
          <a:ln/>
        </p:spPr>
      </p:sp>
      <p:sp>
        <p:nvSpPr>
          <p:cNvPr id="12" name="Text 9"/>
          <p:cNvSpPr/>
          <p:nvPr/>
        </p:nvSpPr>
        <p:spPr>
          <a:xfrm>
            <a:off x="1485900" y="7962900"/>
            <a:ext cx="15316200" cy="742950"/>
          </a:xfrm>
          <a:prstGeom prst="rect">
            <a:avLst/>
          </a:prstGeom>
          <a:noFill/>
          <a:ln/>
        </p:spPr>
        <p:txBody>
          <a:bodyPr wrap="square" lIns="0" tIns="9757" rIns="0" bIns="-9757" rtlCol="0" anchor="ctr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02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No</a:t>
            </a:r>
            <a:r>
              <a:rPr lang="en-US" sz="202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pressure and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no</a:t>
            </a:r>
            <a:r>
              <a:rPr lang="en-US" sz="202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obligation: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if the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numbers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don't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make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sense</a:t>
            </a:r>
            <a:r>
              <a:rPr lang="en-US" sz="202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American</a:t>
            </a:r>
            <a:r>
              <a:rPr lang="en-US" sz="202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Tree and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Excavation,</a:t>
            </a:r>
            <a:r>
              <a:rPr lang="en-US" sz="2025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we'll tell</a:t>
            </a:r>
            <a:r>
              <a:rPr lang="en-US" sz="202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so.</a:t>
            </a:r>
            <a:r>
              <a:rPr lang="en-US" sz="202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Thank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</a:t>
            </a:r>
            <a:r>
              <a:rPr lang="en-US" sz="202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</a:t>
            </a:r>
            <a:r>
              <a:rPr lang="en-US" sz="202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your</a:t>
            </a:r>
            <a:r>
              <a:rPr lang="en-US" sz="202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time.</a:t>
            </a:r>
            <a:endParaRPr lang="en-US" sz="2025" dirty="0"/>
          </a:p>
        </p:txBody>
      </p:sp>
      <p:sp>
        <p:nvSpPr>
          <p:cNvPr id="13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62b7d919-a50d-4e7a-bc3b-2eeb7edc481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2026-10-14T21:15:14Z</dcterms:created>
  <dcterms:modified xsi:type="dcterms:W3CDTF">2026-10-14T21:15:14Z</dcterms:modified>
</cp:coreProperties>
</file>